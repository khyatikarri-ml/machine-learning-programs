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3316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097280"/>
            <a:ext cx="4572000" cy="4572000"/>
          </a:xfrm>
          <a:prstGeom prst="ellipse">
            <a:avLst/>
          </a:prstGeom>
          <a:solidFill>
            <a:srgbClr val="0FA3B1">
              <a:alpha val="20000"/>
            </a:srgbClr>
          </a:solidFill>
          <a:ln w="12700">
            <a:solidFill>
              <a:srgbClr val="0FA3B1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377440"/>
            <a:ext cx="3291840" cy="3291840"/>
          </a:xfrm>
          <a:prstGeom prst="ellipse">
            <a:avLst/>
          </a:prstGeom>
          <a:solidFill>
            <a:srgbClr val="F2A541">
              <a:alpha val="18000"/>
            </a:srgbClr>
          </a:solidFill>
          <a:ln w="12700">
            <a:solidFill>
              <a:srgbClr val="F2A541">
                <a:alpha val="18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Approval Prediction Using Ensemble Learning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•  XGBoost  •  LightGBM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97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[Name]   |   KL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is a core process in banking and finance.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requires evaluating an applicant’s financial background and ability to repay.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methods can be slow and influenced by human judgment.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offers a faster, data-driven alternative.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760720" y="1280160"/>
            <a:ext cx="2834640" cy="2926080"/>
          </a:xfrm>
          <a:prstGeom prst="roundRect">
            <a:avLst>
              <a:gd name="adj" fmla="val 483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20840" y="1600200"/>
            <a:ext cx="914400" cy="9144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8288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0" y="2743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Banking &amp;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Sector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3566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 or  Reject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23774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7830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Time-Consuming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260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evaluation takes considerable time.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91840" y="1371600"/>
            <a:ext cx="2560320" cy="23774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66160" y="1600200"/>
            <a:ext cx="731520" cy="7315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17830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Subjective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29260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can be influenced by human judgment.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035040" y="1371600"/>
            <a:ext cx="2560320" cy="23774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09360" y="1600200"/>
            <a:ext cx="731520" cy="73152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7830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0936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Lending Risk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309360" y="29260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decisions increase potential risk.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an ML system that predicts whether a loan application will be approved or rejected.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loan approval or rejection from applicant data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892808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8928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data: handle missing values and encode categories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551176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55117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Random Forest, XGBoost and LightGBM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209544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20954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models using accuracy, precision, recall, F1-score and ROC-AUC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867912"/>
            <a:ext cx="457200" cy="4572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386791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most effective approach for accurate, efficient prediction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Input Features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12344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54480"/>
            <a:ext cx="685800" cy="6858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172593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5544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91840" y="1280160"/>
            <a:ext cx="2560320" cy="12344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20440" y="1554480"/>
            <a:ext cx="685800" cy="6858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1890" y="172593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43400" y="15544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035040" y="1280160"/>
            <a:ext cx="2560320" cy="12344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263640" y="1554480"/>
            <a:ext cx="685800" cy="6858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5090" y="1725930"/>
            <a:ext cx="342900" cy="3429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086600" y="15544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History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2743200"/>
            <a:ext cx="2560320" cy="12344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77240" y="3017520"/>
            <a:ext cx="685800" cy="6858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690" y="3188970"/>
            <a:ext cx="342900" cy="3429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30175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Status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3291840" y="2743200"/>
            <a:ext cx="2560320" cy="12344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3520440" y="3017520"/>
            <a:ext cx="685800" cy="6858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1890" y="3188970"/>
            <a:ext cx="342900" cy="34290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343400" y="30175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6035040" y="2743200"/>
            <a:ext cx="2560320" cy="123444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263640" y="3017520"/>
            <a:ext cx="685800" cy="6858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5090" y="3188970"/>
            <a:ext cx="342900" cy="34290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086600" y="30175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Attributes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information used to predict the approval outcome.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914400" cy="9144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9659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2834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691640" y="2194560"/>
            <a:ext cx="457200" cy="0"/>
          </a:xfrm>
          <a:prstGeom prst="line">
            <a:avLst/>
          </a:prstGeom>
          <a:noFill/>
          <a:ln w="31750">
            <a:solidFill>
              <a:srgbClr val="0FA3B1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450592" y="1737360"/>
            <a:ext cx="914400" cy="9144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9192" y="19659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130552" y="2834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319272" y="2194560"/>
            <a:ext cx="457200" cy="0"/>
          </a:xfrm>
          <a:prstGeom prst="line">
            <a:avLst/>
          </a:prstGeom>
          <a:noFill/>
          <a:ln w="31750">
            <a:solidFill>
              <a:srgbClr val="0FA3B1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4078224" y="1737360"/>
            <a:ext cx="914400" cy="9144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6824" y="19659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758184" y="2834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946904" y="2194560"/>
            <a:ext cx="457200" cy="0"/>
          </a:xfrm>
          <a:prstGeom prst="line">
            <a:avLst/>
          </a:prstGeom>
          <a:noFill/>
          <a:ln w="31750">
            <a:solidFill>
              <a:srgbClr val="0FA3B1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5705856" y="1737360"/>
            <a:ext cx="914400" cy="91440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4456" y="196596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85816" y="2834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574536" y="2194560"/>
            <a:ext cx="457200" cy="0"/>
          </a:xfrm>
          <a:prstGeom prst="line">
            <a:avLst/>
          </a:prstGeom>
          <a:noFill/>
          <a:ln w="31750">
            <a:solidFill>
              <a:srgbClr val="0FA3B1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7333488" y="1737360"/>
            <a:ext cx="914400" cy="9144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2088" y="196596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013448" y="2834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handled and categorical data converted into a format suitable for the models.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 Learning Algorithms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508760"/>
            <a:ext cx="822960" cy="8229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many decision trees and aggregates their outputs for a stable prediction.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5603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508760"/>
            <a:ext cx="822960" cy="82296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9260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that builds trees sequentially, each correcting earlier errors.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5603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508760"/>
            <a:ext cx="822960" cy="8229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LGBM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514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9260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gradient boosting framework designed for fast training on tabular data.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548640"/>
          </a:xfrm>
          <a:prstGeom prst="rect">
            <a:avLst/>
          </a:prstGeom>
          <a:solidFill>
            <a:srgbClr val="14304F"/>
          </a:solidFill>
          <a:ln w="12700">
            <a:solidFill>
              <a:srgbClr val="1430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344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12344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 predictions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92808"/>
            <a:ext cx="8046720" cy="548640"/>
          </a:xfrm>
          <a:prstGeom prst="rect">
            <a:avLst/>
          </a:prstGeom>
          <a:solidFill>
            <a:srgbClr val="14304F"/>
          </a:solidFill>
          <a:ln w="12700">
            <a:solidFill>
              <a:srgbClr val="1430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8928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189280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among predicted approvals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551176"/>
            <a:ext cx="8046720" cy="548640"/>
          </a:xfrm>
          <a:prstGeom prst="rect">
            <a:avLst/>
          </a:prstGeom>
          <a:solidFill>
            <a:srgbClr val="14304F"/>
          </a:solidFill>
          <a:ln w="12700">
            <a:solidFill>
              <a:srgbClr val="1430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55117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551176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approvals correctly found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209544"/>
            <a:ext cx="8046720" cy="548640"/>
          </a:xfrm>
          <a:prstGeom prst="rect">
            <a:avLst/>
          </a:prstGeom>
          <a:solidFill>
            <a:srgbClr val="14304F"/>
          </a:solidFill>
          <a:ln w="12700">
            <a:solidFill>
              <a:srgbClr val="1430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20954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320954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of precision and recall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867912"/>
            <a:ext cx="8046720" cy="548640"/>
          </a:xfrm>
          <a:prstGeom prst="rect">
            <a:avLst/>
          </a:prstGeom>
          <a:solidFill>
            <a:srgbClr val="14304F"/>
          </a:solidFill>
          <a:ln w="12700">
            <a:solidFill>
              <a:srgbClr val="1430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8679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ROC-AUC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2834640" y="386791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separate approved from rejected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Benefits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09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417320"/>
            <a:ext cx="594360" cy="59436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156591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3716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 Processing Time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17373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loan decisions through automation.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331720"/>
            <a:ext cx="8046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468880"/>
            <a:ext cx="594360" cy="59436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261747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00200" y="24231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Minimized Lending Risk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600200" y="27889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screening of applicants.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383280"/>
            <a:ext cx="8046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127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520440"/>
            <a:ext cx="594360" cy="59436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30" y="366903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34747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 Decisions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600200" y="38404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repeatable, data-driven outcomes.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4389120" cy="4389120"/>
          </a:xfrm>
          <a:prstGeom prst="ellipse">
            <a:avLst/>
          </a:prstGeom>
          <a:solidFill>
            <a:srgbClr val="0FA3B1">
              <a:alpha val="20000"/>
            </a:srgbClr>
          </a:solidFill>
          <a:ln w="12700">
            <a:solidFill>
              <a:srgbClr val="0FA3B1">
                <a:alpha val="2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822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E4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 (RF, XGBoost, LightGBM) can support accurate and efficient loan approval prediction, helping institutions make faster, more consistent, data-driven decisions.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49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</Words>
  <Application>Microsoft Office PowerPoint</Application>
  <PresentationFormat>On-screen Show (16:9)</PresentationFormat>
  <Paragraphs>100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 Approval Prediction Using Ensemble Learning</dc:title>
  <dc:subject>PptxGenJS Presentation</dc:subject>
  <dc:creator>PptxGenJS</dc:creator>
  <cp:lastModifiedBy>prashanthidabbugunta357@outlook.com</cp:lastModifiedBy>
  <cp:revision>1</cp:revision>
  <dcterms:created xsi:type="dcterms:W3CDTF">2026-09-29T06:35:03Z</dcterms:created>
  <dcterms:modified xsi:type="dcterms:W3CDTF">2026-10-14T04:44:46Z</dcterms:modified>
</cp:coreProperties>
</file>